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9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34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4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84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35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41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0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3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4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0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1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9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4FCA5-2E67-44C0-81FD-7375015E99E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5D1C5-C416-44F8-923E-E96190B8C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9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Internship Project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20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What problem does the project solve?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Student Expense Tracker solves the problem of managing daily expenses and monthly budgets. Students often spend money on food, transportation, education, and shopping without keeping proper records.</a:t>
            </a:r>
          </a:p>
          <a:p>
            <a:r>
              <a:rPr lang="en-US" dirty="0" smtClean="0"/>
              <a:t>This project helps students record their expenses, calculate total spending, monitor their monthly budget, and understand their spending habits. It reduces manual work and makes expense management easier.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8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How does the project work?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project is developed using Python and provides a menu-driven interface.</a:t>
            </a:r>
          </a:p>
          <a:p>
            <a:r>
              <a:rPr lang="en-US" dirty="0" smtClean="0"/>
              <a:t>The user starts the program.</a:t>
            </a:r>
          </a:p>
          <a:p>
            <a:r>
              <a:rPr lang="en-US" dirty="0" smtClean="0"/>
              <a:t>The application displays a menu with different options.</a:t>
            </a:r>
          </a:p>
          <a:p>
            <a:r>
              <a:rPr lang="en-US" dirty="0" smtClean="0"/>
              <a:t>The user selects an operation, such as adding, viewing, searching, or deleting an expense.</a:t>
            </a:r>
          </a:p>
          <a:p>
            <a:r>
              <a:rPr lang="en-US" dirty="0" smtClean="0"/>
              <a:t>The program accepts the required information and validates the input.</a:t>
            </a:r>
          </a:p>
          <a:p>
            <a:r>
              <a:rPr lang="en-US" dirty="0" smtClean="0"/>
              <a:t>Expense records are saved in a text file using file handling.</a:t>
            </a:r>
          </a:p>
          <a:p>
            <a:r>
              <a:rPr lang="en-US" dirty="0" smtClean="0"/>
              <a:t>The application calculates monthly expenses and the remaining budget when requested.</a:t>
            </a:r>
          </a:p>
          <a:p>
            <a:r>
              <a:rPr lang="en-US" dirty="0" smtClean="0"/>
              <a:t>The user can generate a category-wise expense report.</a:t>
            </a:r>
          </a:p>
          <a:p>
            <a:r>
              <a:rPr lang="en-US" dirty="0" smtClean="0"/>
              <a:t>The program continues until the user selects the exit option.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56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3. Major features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09771"/>
            <a:ext cx="1015887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Expense: Records the amount, category, description, and date.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Expenses: Displays all saved expense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Expenses: Finds expenses using a category or description.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Expense: Removes an expense using its unique 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Budget: Allows users to set a monthly spending limit.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 Calculation: Displays monthly spending and the remaining budget.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Expense Report: Calculates category-wise totals and overall expenses.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Handling: Saves expense records and budget settings in text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 Handling: Handles invalid inputs and common file errors.</a:t>
            </a:r>
          </a:p>
        </p:txBody>
      </p:sp>
    </p:spTree>
    <p:extLst>
      <p:ext uri="{BB962C8B-B14F-4D97-AF65-F5344CB8AC3E}">
        <p14:creationId xmlns:p14="http://schemas.microsoft.com/office/powerpoint/2010/main" val="3840467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4. Python concepts used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the following Python concepts learned during the internship: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Variables and data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and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Operators and type casting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 statements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 and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 and dictionaries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handling using text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 handling using 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try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except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libraries such as 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datetime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os</a:t>
            </a:r>
            <a:r>
              <a:rPr kumimoji="0" lang="en-US" sz="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abc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 and objects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Constructors using </a:t>
            </a: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__init__()</a:t>
            </a:r>
            <a:endParaRPr kumimoji="0" 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Inheritance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Polymorphism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and GitHub for version control and project hosting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035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5. Important code and functions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628108" y="1825624"/>
          <a:ext cx="8935784" cy="4351340"/>
        </p:xfrm>
        <a:graphic>
          <a:graphicData uri="http://schemas.openxmlformats.org/drawingml/2006/table">
            <a:tbl>
              <a:tblPr/>
              <a:tblGrid>
                <a:gridCol w="4467892"/>
                <a:gridCol w="4467892"/>
              </a:tblGrid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Function / Class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Purpose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Expense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Represents an individual expense.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ExpenseTracker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Manages the application's main operations.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add_expense()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Accepts and saves a new expense.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view_expenses()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Displays all recorded expenses.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search_expenses()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Searches expenses by category or description.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delete_expense()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Deletes an expense using its ID.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set_budget()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Sets the monthly budget.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show_budget()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Calculates spending and the remaining budget.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generate_report()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Displays category-wise totals and overall spending.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load_data()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Loads saved information from text files.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save_expenses()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Writes expense records to a text file.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save_budget()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Saves the monthly budget to a text file.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/>
                        <a:t>main()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Displays the menu and controls program execution.</a:t>
                      </a:r>
                    </a:p>
                  </a:txBody>
                  <a:tcPr marL="77702" marR="77702" marT="38851" marB="388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061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code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A. Constructor</a:t>
            </a:r>
          </a:p>
          <a:p>
            <a:pPr marL="0" indent="0">
              <a:buNone/>
            </a:pPr>
            <a:r>
              <a:rPr lang="en-US" dirty="0" err="1" smtClean="0"/>
              <a:t>def</a:t>
            </a:r>
            <a:r>
              <a:rPr lang="en-US" dirty="0" smtClean="0"/>
              <a:t> __</a:t>
            </a:r>
            <a:r>
              <a:rPr lang="en-US" dirty="0" err="1" smtClean="0"/>
              <a:t>init</a:t>
            </a:r>
            <a:r>
              <a:rPr lang="en-US" dirty="0" smtClean="0"/>
              <a:t>__(self, </a:t>
            </a:r>
            <a:r>
              <a:rPr lang="en-US" dirty="0" err="1" smtClean="0"/>
              <a:t>expense_id</a:t>
            </a:r>
            <a:r>
              <a:rPr lang="en-US" dirty="0" smtClean="0"/>
              <a:t>, amount, category, description, date):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self.expense_id</a:t>
            </a:r>
            <a:r>
              <a:rPr lang="en-US" dirty="0" smtClean="0"/>
              <a:t> = </a:t>
            </a:r>
            <a:r>
              <a:rPr lang="en-US" dirty="0" err="1" smtClean="0"/>
              <a:t>expense_id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self.amount</a:t>
            </a:r>
            <a:r>
              <a:rPr lang="en-US" dirty="0" smtClean="0"/>
              <a:t> = amount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self.category</a:t>
            </a:r>
            <a:r>
              <a:rPr lang="en-US" dirty="0" smtClean="0"/>
              <a:t> = category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self.description</a:t>
            </a:r>
            <a:r>
              <a:rPr lang="en-US" dirty="0" smtClean="0"/>
              <a:t> = description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self.date</a:t>
            </a:r>
            <a:r>
              <a:rPr lang="en-US" dirty="0" smtClean="0"/>
              <a:t> = date</a:t>
            </a:r>
          </a:p>
          <a:p>
            <a:pPr marL="0" indent="0">
              <a:buNone/>
            </a:pPr>
            <a:r>
              <a:rPr lang="en-US" dirty="0" smtClean="0"/>
              <a:t>This constructor initializes an expense object with its ID, amount, category, description, and date.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6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B. File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with open("expenses.txt", "w", encoding="utf-8") as file: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file.write</a:t>
            </a:r>
            <a:r>
              <a:rPr lang="en-US" dirty="0" smtClean="0"/>
              <a:t>("Expense details")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37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C. Exception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try:</a:t>
            </a:r>
          </a:p>
          <a:p>
            <a:pPr marL="0" indent="0">
              <a:buNone/>
            </a:pPr>
            <a:r>
              <a:rPr lang="en-US" dirty="0" smtClean="0"/>
              <a:t>    amount = float(input("Enter amount: "))</a:t>
            </a:r>
          </a:p>
          <a:p>
            <a:pPr marL="0" indent="0">
              <a:buNone/>
            </a:pPr>
            <a:r>
              <a:rPr lang="en-US" dirty="0" smtClean="0"/>
              <a:t>except </a:t>
            </a:r>
            <a:r>
              <a:rPr lang="en-US" dirty="0" err="1" smtClean="0"/>
              <a:t>ValueError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   print("Please enter a valid amount.")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415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D. Budget calculation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remaining_budget</a:t>
            </a:r>
            <a:r>
              <a:rPr lang="en-US" dirty="0" smtClean="0"/>
              <a:t> = </a:t>
            </a:r>
            <a:r>
              <a:rPr lang="en-US" dirty="0" err="1" smtClean="0"/>
              <a:t>monthly_budget</a:t>
            </a:r>
            <a:r>
              <a:rPr lang="en-US" dirty="0" smtClean="0"/>
              <a:t> - </a:t>
            </a:r>
            <a:r>
              <a:rPr lang="en-US" dirty="0" err="1" smtClean="0"/>
              <a:t>total_expenses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print("Remaining budget:", </a:t>
            </a:r>
            <a:r>
              <a:rPr lang="en-US" dirty="0" err="1" smtClean="0"/>
              <a:t>remaining_budget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7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6. Challenges faced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1. Input validation: Users may enter invalid amounts or incorrect dates. This is handled through validation and exception handling.</a:t>
            </a:r>
          </a:p>
          <a:p>
            <a:r>
              <a:rPr lang="en-US" dirty="0" smtClean="0"/>
              <a:t>2. Data storage: Expense records must remain available after the program closes. Text-file handling is used to save and retrieve the information.</a:t>
            </a:r>
          </a:p>
          <a:p>
            <a:r>
              <a:rPr lang="en-US" dirty="0" smtClean="0"/>
              <a:t>3. Expense identification: The application needs to identify individual records when deleting expenses. Unique IDs are assigned to each expense.</a:t>
            </a:r>
          </a:p>
          <a:p>
            <a:r>
              <a:rPr lang="en-US" dirty="0" smtClean="0"/>
              <a:t>4. Budget calculation: The application must calculate spending for the current month. Date-based filtering is used to identify the relevant records.</a:t>
            </a:r>
          </a:p>
          <a:p>
            <a:r>
              <a:rPr lang="en-US" dirty="0" smtClean="0"/>
              <a:t>5. Object-oriented programming: Implementing inheritance, encapsulation, abstraction, and polymorphism required dividing the application into appropriate classes.</a:t>
            </a:r>
          </a:p>
          <a:p>
            <a:r>
              <a:rPr lang="en-US" dirty="0" smtClean="0"/>
              <a:t>6. Testing and debugging: Different inputs and menu choices need to be tested to ensure that the application behaves correctly.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599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7. Future scope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graphical user interface using Tkinter.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SQLite or MySQL for database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user registration and login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expenses using charts and graphs.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budget limit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the ability to edit existing expense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PDF expense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recurring expenses.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automated testing to improve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secure cloud backup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2665099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Student Expense Tracker is a Python-based application that simplifies expense management and monthly budgeting for students. It provides essential features such as expense recording, searching, deletion, budget calculation, and report generation.</a:t>
            </a:r>
          </a:p>
          <a:p>
            <a:r>
              <a:rPr lang="en-US" dirty="0" smtClean="0"/>
              <a:t>Through this project, I gained practical experience in Python fundamentals, file handling, exception handling, and object-oriented programming. The project also helped me improve my logical thinking, debugging, and problem-solving skills. In the future, I plan to enhance it with a graphical interface, database integration, and visual expense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96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972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Unicode MS</vt:lpstr>
      <vt:lpstr>Arial</vt:lpstr>
      <vt:lpstr>Calibri</vt:lpstr>
      <vt:lpstr>Calibri Light</vt:lpstr>
      <vt:lpstr>Office Theme</vt:lpstr>
      <vt:lpstr>Internship Project Presentation</vt:lpstr>
      <vt:lpstr>1. What problem does the project solve?</vt:lpstr>
      <vt:lpstr>2. How does the project work?</vt:lpstr>
      <vt:lpstr>3. Major features</vt:lpstr>
      <vt:lpstr>4. Python concepts used</vt:lpstr>
      <vt:lpstr>5. Important code and functions</vt:lpstr>
      <vt:lpstr>Important code examples</vt:lpstr>
      <vt:lpstr>B. File handling</vt:lpstr>
      <vt:lpstr>C. Exception handling</vt:lpstr>
      <vt:lpstr>D. Budget calculation</vt:lpstr>
      <vt:lpstr>6. Challenges faced</vt:lpstr>
      <vt:lpstr>7. 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Project Presentation</dc:title>
  <dc:creator>Monohara Eshwar</dc:creator>
  <cp:lastModifiedBy>Monohara Eshwar</cp:lastModifiedBy>
  <cp:revision>1</cp:revision>
  <dcterms:created xsi:type="dcterms:W3CDTF">2026-10-18T17:41:56Z</dcterms:created>
  <dcterms:modified xsi:type="dcterms:W3CDTF">2026-10-18T17:42:09Z</dcterms:modified>
</cp:coreProperties>
</file>