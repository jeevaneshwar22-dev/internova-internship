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4" d="100"/>
          <a:sy n="94" d="100"/>
        </p:scale>
        <p:origin x="19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397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833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796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1461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698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730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233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86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787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239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42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3ACE54-7443-4F5F-9093-761B3F7CBAC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D27F4C-2E70-4CBD-9E44-F7C4CC3C59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67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Week-6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Git</a:t>
            </a:r>
            <a:r>
              <a:rPr lang="en-US" dirty="0"/>
              <a:t>, </a:t>
            </a:r>
            <a:r>
              <a:rPr lang="en-US" dirty="0" err="1"/>
              <a:t>GitHub</a:t>
            </a:r>
            <a:r>
              <a:rPr lang="en-US" dirty="0"/>
              <a:t> &amp; Final Project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4098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Git</a:t>
            </a:r>
            <a:r>
              <a:rPr lang="en-US" dirty="0" smtClean="0"/>
              <a:t> installation and version used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2702078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GitHub</a:t>
            </a:r>
            <a:r>
              <a:rPr lang="en-US" dirty="0" smtClean="0"/>
              <a:t> account creation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335233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GitHub</a:t>
            </a:r>
            <a:r>
              <a:rPr lang="en-US" dirty="0" smtClean="0"/>
              <a:t> Profile: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2098296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Local </a:t>
            </a:r>
            <a:r>
              <a:rPr lang="en-US" dirty="0" err="1" smtClean="0"/>
              <a:t>git</a:t>
            </a:r>
            <a:r>
              <a:rPr lang="en-US" dirty="0" smtClean="0"/>
              <a:t> repository initialization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4064527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Source code: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2291021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Adding project file to </a:t>
            </a:r>
            <a:r>
              <a:rPr lang="en-US" dirty="0" err="1"/>
              <a:t>G</a:t>
            </a:r>
            <a:r>
              <a:rPr lang="en-US" dirty="0" err="1" smtClean="0"/>
              <a:t>it</a:t>
            </a:r>
            <a:r>
              <a:rPr lang="en-US" dirty="0" smtClean="0"/>
              <a:t> to track and </a:t>
            </a:r>
            <a:r>
              <a:rPr lang="en-US" dirty="0" err="1" smtClean="0"/>
              <a:t>commited</a:t>
            </a:r>
            <a:r>
              <a:rPr lang="en-US" dirty="0" smtClean="0"/>
              <a:t> the changes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440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README.md File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3615759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Added README.md to </a:t>
            </a:r>
            <a:r>
              <a:rPr lang="en-US" dirty="0" err="1" smtClean="0"/>
              <a:t>Git</a:t>
            </a:r>
            <a:r>
              <a:rPr lang="en-US" dirty="0" smtClean="0"/>
              <a:t> repo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2766168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Creation of </a:t>
            </a:r>
            <a:r>
              <a:rPr lang="en-US" dirty="0" err="1" smtClean="0"/>
              <a:t>GitHub</a:t>
            </a:r>
            <a:r>
              <a:rPr lang="en-US" dirty="0" smtClean="0"/>
              <a:t> </a:t>
            </a:r>
            <a:r>
              <a:rPr lang="en-US" dirty="0" smtClean="0"/>
              <a:t>repository 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1263738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1.Adding Expenses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26900342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2.Viewing Expenses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9899263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3.Searching Expenses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3048655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4.Deleting Expenses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16722989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5.Setting Budget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42771899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6.Viewing budget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6569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7.Report to CSV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5361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8.Exit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0915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Added all files to </a:t>
            </a:r>
            <a:r>
              <a:rPr lang="en-US" dirty="0" err="1" smtClean="0"/>
              <a:t>GitHub</a:t>
            </a:r>
            <a:r>
              <a:rPr lang="en-US" dirty="0" smtClean="0"/>
              <a:t> repo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1855345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69</Words>
  <Application>Microsoft Office PowerPoint</Application>
  <PresentationFormat>Widescreen</PresentationFormat>
  <Paragraphs>20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Week-6</vt:lpstr>
      <vt:lpstr>Git installation and version used</vt:lpstr>
      <vt:lpstr>GitHub account creation</vt:lpstr>
      <vt:lpstr>GitHub Profile:</vt:lpstr>
      <vt:lpstr>Local git repository initialization</vt:lpstr>
      <vt:lpstr>Source code:</vt:lpstr>
      <vt:lpstr>Adding project file to Git to track and commited the changes</vt:lpstr>
      <vt:lpstr>README.md File</vt:lpstr>
      <vt:lpstr>Added README.md to Git repo</vt:lpstr>
      <vt:lpstr>Creation of GitHub repository </vt:lpstr>
      <vt:lpstr>1.Adding Expenses</vt:lpstr>
      <vt:lpstr>2.Viewing Expenses</vt:lpstr>
      <vt:lpstr>3.Searching Expenses</vt:lpstr>
      <vt:lpstr>4.Deleting Expenses</vt:lpstr>
      <vt:lpstr>5.Setting Budget</vt:lpstr>
      <vt:lpstr>6.Viewing budget</vt:lpstr>
      <vt:lpstr>7.Report to CSV</vt:lpstr>
      <vt:lpstr>8.Exit</vt:lpstr>
      <vt:lpstr>Added all files to GitHub repo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Week-6</dc:title>
  <dc:creator>Monohara Eshwar</dc:creator>
  <cp:lastModifiedBy>Monohara Eshwar</cp:lastModifiedBy>
  <cp:revision>5</cp:revision>
  <dcterms:created xsi:type="dcterms:W3CDTF">2026-10-18T16:12:45Z</dcterms:created>
  <dcterms:modified xsi:type="dcterms:W3CDTF">2026-10-18T17:33:28Z</dcterms:modified>
</cp:coreProperties>
</file>