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3" r:id="rId19"/>
    <p:sldId id="272" r:id="rId20"/>
    <p:sldId id="274" r:id="rId21"/>
    <p:sldId id="27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4" d="100"/>
          <a:sy n="94" d="100"/>
        </p:scale>
        <p:origin x="19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397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833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796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1461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698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730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233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86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787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239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42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67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Student </a:t>
            </a:r>
            <a:r>
              <a:rPr lang="en-US" dirty="0" err="1" smtClean="0"/>
              <a:t>Name:D.Jeevan</a:t>
            </a:r>
            <a:r>
              <a:rPr lang="en-US" dirty="0" smtClean="0"/>
              <a:t> Eshwar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https://internnova.co.in/</a:t>
            </a:r>
          </a:p>
        </p:txBody>
      </p:sp>
    </p:spTree>
    <p:extLst>
      <p:ext uri="{BB962C8B-B14F-4D97-AF65-F5344CB8AC3E}">
        <p14:creationId xmlns:p14="http://schemas.microsoft.com/office/powerpoint/2010/main" val="6111763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Week-6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Git</a:t>
            </a:r>
            <a:r>
              <a:rPr lang="en-US" dirty="0"/>
              <a:t>, </a:t>
            </a:r>
            <a:r>
              <a:rPr lang="en-US" dirty="0" err="1"/>
              <a:t>GitHub</a:t>
            </a:r>
            <a:r>
              <a:rPr lang="en-US" dirty="0"/>
              <a:t> &amp; Final Project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409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Git</a:t>
            </a:r>
            <a:r>
              <a:rPr lang="en-US" dirty="0" smtClean="0"/>
              <a:t> installation and version used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2702078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GitHub</a:t>
            </a:r>
            <a:r>
              <a:rPr lang="en-US" dirty="0" smtClean="0"/>
              <a:t> account creation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3352333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GitHub</a:t>
            </a:r>
            <a:r>
              <a:rPr lang="en-US" dirty="0" smtClean="0"/>
              <a:t> Profile: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2098296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Local </a:t>
            </a:r>
            <a:r>
              <a:rPr lang="en-US" dirty="0" err="1" smtClean="0"/>
              <a:t>git</a:t>
            </a:r>
            <a:r>
              <a:rPr lang="en-US" dirty="0" smtClean="0"/>
              <a:t> repository initialization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40645270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Source code: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22910212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Adding project file to </a:t>
            </a:r>
            <a:r>
              <a:rPr lang="en-US" dirty="0" err="1"/>
              <a:t>G</a:t>
            </a:r>
            <a:r>
              <a:rPr lang="en-US" dirty="0" err="1" smtClean="0"/>
              <a:t>it</a:t>
            </a:r>
            <a:r>
              <a:rPr lang="en-US" dirty="0" smtClean="0"/>
              <a:t> to track and </a:t>
            </a:r>
            <a:r>
              <a:rPr lang="en-US" dirty="0" err="1" smtClean="0"/>
              <a:t>commited</a:t>
            </a:r>
            <a:r>
              <a:rPr lang="en-US" dirty="0" smtClean="0"/>
              <a:t> the changes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4400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README.md File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3615759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Added README.md to </a:t>
            </a:r>
            <a:r>
              <a:rPr lang="en-US" dirty="0" err="1" smtClean="0"/>
              <a:t>Git</a:t>
            </a:r>
            <a:r>
              <a:rPr lang="en-US" dirty="0" smtClean="0"/>
              <a:t> repo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2766168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Creation of </a:t>
            </a:r>
            <a:r>
              <a:rPr lang="en-US" dirty="0" err="1" smtClean="0"/>
              <a:t>GitHub</a:t>
            </a:r>
            <a:r>
              <a:rPr lang="en-US" dirty="0" smtClean="0"/>
              <a:t> repository 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126373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1.Adding Expenses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26900342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2.Viewing Expenses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9899263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3.Searching Expenses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3048655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4.Deleting Expenses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16722989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5.Setting Budget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4277189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6.Viewing budget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6569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7.Report to CSV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5361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8.Exit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0915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Added all files to </a:t>
            </a:r>
            <a:r>
              <a:rPr lang="en-US" dirty="0" err="1" smtClean="0"/>
              <a:t>GitHub</a:t>
            </a:r>
            <a:r>
              <a:rPr lang="en-US" dirty="0" smtClean="0"/>
              <a:t> repo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18553458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Finally pushing all code to </a:t>
            </a:r>
            <a:r>
              <a:rPr lang="en-US" dirty="0" err="1" smtClean="0"/>
              <a:t>GitHub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745463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82</Words>
  <Application>Microsoft Office PowerPoint</Application>
  <PresentationFormat>Widescreen</PresentationFormat>
  <Paragraphs>23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Student Name:D.Jeevan Eshwar</vt:lpstr>
      <vt:lpstr>Week-6</vt:lpstr>
      <vt:lpstr>Git installation and version used</vt:lpstr>
      <vt:lpstr>GitHub account creation</vt:lpstr>
      <vt:lpstr>GitHub Profile:</vt:lpstr>
      <vt:lpstr>Local git repository initialization</vt:lpstr>
      <vt:lpstr>Source code:</vt:lpstr>
      <vt:lpstr>Adding project file to Git to track and commited the changes</vt:lpstr>
      <vt:lpstr>README.md File</vt:lpstr>
      <vt:lpstr>Added README.md to Git repo</vt:lpstr>
      <vt:lpstr>Creation of GitHub repository </vt:lpstr>
      <vt:lpstr>1.Adding Expenses</vt:lpstr>
      <vt:lpstr>2.Viewing Expenses</vt:lpstr>
      <vt:lpstr>3.Searching Expenses</vt:lpstr>
      <vt:lpstr>4.Deleting Expenses</vt:lpstr>
      <vt:lpstr>5.Setting Budget</vt:lpstr>
      <vt:lpstr>6.Viewing budget</vt:lpstr>
      <vt:lpstr>7.Report to CSV</vt:lpstr>
      <vt:lpstr>8.Exit</vt:lpstr>
      <vt:lpstr>Added all files to GitHub repo</vt:lpstr>
      <vt:lpstr>Finally pushing all code to GitHub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Week-6</dc:title>
  <dc:creator>Monohara Eshwar</dc:creator>
  <cp:lastModifiedBy>Monohara Eshwar</cp:lastModifiedBy>
  <cp:revision>7</cp:revision>
  <dcterms:created xsi:type="dcterms:W3CDTF">2026-10-18T16:12:45Z</dcterms:created>
  <dcterms:modified xsi:type="dcterms:W3CDTF">2026-10-18T17:58:59Z</dcterms:modified>
</cp:coreProperties>
</file>