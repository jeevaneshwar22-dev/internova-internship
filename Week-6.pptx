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4" d="100"/>
          <a:sy n="94" d="100"/>
        </p:scale>
        <p:origin x="19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CE54-7443-4F5F-9093-761B3F7CBAC3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7F4C-2E70-4CBD-9E44-F7C4CC3C5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397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CE54-7443-4F5F-9093-761B3F7CBAC3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7F4C-2E70-4CBD-9E44-F7C4CC3C5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833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CE54-7443-4F5F-9093-761B3F7CBAC3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7F4C-2E70-4CBD-9E44-F7C4CC3C5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796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CE54-7443-4F5F-9093-761B3F7CBAC3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7F4C-2E70-4CBD-9E44-F7C4CC3C5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46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CE54-7443-4F5F-9093-761B3F7CBAC3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7F4C-2E70-4CBD-9E44-F7C4CC3C5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98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CE54-7443-4F5F-9093-761B3F7CBAC3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7F4C-2E70-4CBD-9E44-F7C4CC3C5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730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CE54-7443-4F5F-9093-761B3F7CBAC3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7F4C-2E70-4CBD-9E44-F7C4CC3C5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233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CE54-7443-4F5F-9093-761B3F7CBAC3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7F4C-2E70-4CBD-9E44-F7C4CC3C5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86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CE54-7443-4F5F-9093-761B3F7CBAC3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7F4C-2E70-4CBD-9E44-F7C4CC3C5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87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CE54-7443-4F5F-9093-761B3F7CBAC3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7F4C-2E70-4CBD-9E44-F7C4CC3C5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239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CE54-7443-4F5F-9093-761B3F7CBAC3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7F4C-2E70-4CBD-9E44-F7C4CC3C5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42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3ACE54-7443-4F5F-9093-761B3F7CBAC3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27F4C-2E70-4CBD-9E44-F7C4CC3C5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67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Week-6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Git</a:t>
            </a:r>
            <a:r>
              <a:rPr lang="en-US" dirty="0"/>
              <a:t>, </a:t>
            </a:r>
            <a:r>
              <a:rPr lang="en-US" dirty="0" err="1"/>
              <a:t>GitHub</a:t>
            </a:r>
            <a:r>
              <a:rPr lang="en-US" dirty="0"/>
              <a:t> &amp; Final Project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409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installation and version used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2702078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GitHub</a:t>
            </a:r>
            <a:r>
              <a:rPr lang="en-US" dirty="0" smtClean="0"/>
              <a:t> account creation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3352333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GitHub</a:t>
            </a:r>
            <a:r>
              <a:rPr lang="en-US" dirty="0" smtClean="0"/>
              <a:t> Profile: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2098296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Local </a:t>
            </a:r>
            <a:r>
              <a:rPr lang="en-US" dirty="0" err="1" smtClean="0"/>
              <a:t>git</a:t>
            </a:r>
            <a:r>
              <a:rPr lang="en-US" dirty="0" smtClean="0"/>
              <a:t> repository initialization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406452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Source code: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2291021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project file to </a:t>
            </a:r>
            <a:r>
              <a:rPr lang="en-US" dirty="0" err="1"/>
              <a:t>G</a:t>
            </a:r>
            <a:r>
              <a:rPr lang="en-US" dirty="0" err="1" smtClean="0"/>
              <a:t>it</a:t>
            </a:r>
            <a:r>
              <a:rPr lang="en-US" dirty="0" smtClean="0"/>
              <a:t> to track and </a:t>
            </a:r>
            <a:r>
              <a:rPr lang="en-US" dirty="0" err="1" smtClean="0"/>
              <a:t>commited</a:t>
            </a:r>
            <a:r>
              <a:rPr lang="en-US" dirty="0" smtClean="0"/>
              <a:t> the changes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440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README.md File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3615759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Added README.md to </a:t>
            </a:r>
            <a:r>
              <a:rPr lang="en-US" dirty="0" err="1" smtClean="0"/>
              <a:t>Git</a:t>
            </a:r>
            <a:r>
              <a:rPr lang="en-US" dirty="0" smtClean="0"/>
              <a:t> repo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2766168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Creation of </a:t>
            </a:r>
            <a:r>
              <a:rPr lang="en-US" dirty="0" err="1" smtClean="0"/>
              <a:t>GitHub</a:t>
            </a:r>
            <a:r>
              <a:rPr lang="en-US" dirty="0" smtClean="0"/>
              <a:t> </a:t>
            </a:r>
            <a:r>
              <a:rPr lang="en-US" dirty="0" smtClean="0"/>
              <a:t>repository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126373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1.Adding Expenses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2690034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2.Viewing Expenses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989926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3.Searching Expenses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3048655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4.Deleting Expenses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1672298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5.Setting Budget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4277189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6.Viewing budget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656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7.Report to CSV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536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8.Exit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091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Added all files to </a:t>
            </a:r>
            <a:r>
              <a:rPr lang="en-US" dirty="0" err="1" smtClean="0"/>
              <a:t>GitHub</a:t>
            </a:r>
            <a:r>
              <a:rPr lang="en-US" dirty="0" smtClean="0"/>
              <a:t> repo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1855345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Finally pushing all code to </a:t>
            </a:r>
            <a:r>
              <a:rPr lang="en-US" dirty="0" err="1" smtClean="0"/>
              <a:t>GitHub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745463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75</Words>
  <Application>Microsoft Office PowerPoint</Application>
  <PresentationFormat>Widescreen</PresentationFormat>
  <Paragraphs>21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Week-6</vt:lpstr>
      <vt:lpstr>Git installation and version used</vt:lpstr>
      <vt:lpstr>GitHub account creation</vt:lpstr>
      <vt:lpstr>GitHub Profile:</vt:lpstr>
      <vt:lpstr>Local git repository initialization</vt:lpstr>
      <vt:lpstr>Source code:</vt:lpstr>
      <vt:lpstr>Adding project file to Git to track and commited the changes</vt:lpstr>
      <vt:lpstr>README.md File</vt:lpstr>
      <vt:lpstr>Added README.md to Git repo</vt:lpstr>
      <vt:lpstr>Creation of GitHub repository </vt:lpstr>
      <vt:lpstr>1.Adding Expenses</vt:lpstr>
      <vt:lpstr>2.Viewing Expenses</vt:lpstr>
      <vt:lpstr>3.Searching Expenses</vt:lpstr>
      <vt:lpstr>4.Deleting Expenses</vt:lpstr>
      <vt:lpstr>5.Setting Budget</vt:lpstr>
      <vt:lpstr>6.Viewing budget</vt:lpstr>
      <vt:lpstr>7.Report to CSV</vt:lpstr>
      <vt:lpstr>8.Exit</vt:lpstr>
      <vt:lpstr>Added all files to GitHub repo</vt:lpstr>
      <vt:lpstr>Finally pushing all code to GitHub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Week-6</dc:title>
  <dc:creator>Monohara Eshwar</dc:creator>
  <cp:lastModifiedBy>Monohara Eshwar</cp:lastModifiedBy>
  <cp:revision>6</cp:revision>
  <dcterms:created xsi:type="dcterms:W3CDTF">2026-10-18T16:12:45Z</dcterms:created>
  <dcterms:modified xsi:type="dcterms:W3CDTF">2026-10-18T17:45:23Z</dcterms:modified>
</cp:coreProperties>
</file>