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6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8" r:id="rId14"/>
    <p:sldId id="269" r:id="rId15"/>
    <p:sldId id="270" r:id="rId16"/>
    <p:sldId id="273" r:id="rId17"/>
    <p:sldId id="277" r:id="rId18"/>
    <p:sldId id="272" r:id="rId19"/>
    <p:sldId id="274" r:id="rId20"/>
    <p:sldId id="275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94" d="100"/>
          <a:sy n="94" d="100"/>
        </p:scale>
        <p:origin x="19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3ACE54-7443-4F5F-9093-761B3F7CBAC3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27F4C-2E70-4CBD-9E44-F7C4CC3C59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23975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3ACE54-7443-4F5F-9093-761B3F7CBAC3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27F4C-2E70-4CBD-9E44-F7C4CC3C59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08330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3ACE54-7443-4F5F-9093-761B3F7CBAC3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27F4C-2E70-4CBD-9E44-F7C4CC3C59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27963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3ACE54-7443-4F5F-9093-761B3F7CBAC3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27F4C-2E70-4CBD-9E44-F7C4CC3C59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21461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3ACE54-7443-4F5F-9093-761B3F7CBAC3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27F4C-2E70-4CBD-9E44-F7C4CC3C59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6984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3ACE54-7443-4F5F-9093-761B3F7CBAC3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27F4C-2E70-4CBD-9E44-F7C4CC3C59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97302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3ACE54-7443-4F5F-9093-761B3F7CBAC3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27F4C-2E70-4CBD-9E44-F7C4CC3C59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52330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3ACE54-7443-4F5F-9093-761B3F7CBAC3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27F4C-2E70-4CBD-9E44-F7C4CC3C59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4868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3ACE54-7443-4F5F-9093-761B3F7CBAC3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27F4C-2E70-4CBD-9E44-F7C4CC3C59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77872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3ACE54-7443-4F5F-9093-761B3F7CBAC3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27F4C-2E70-4CBD-9E44-F7C4CC3C59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12397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3ACE54-7443-4F5F-9093-761B3F7CBAC3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27F4C-2E70-4CBD-9E44-F7C4CC3C59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52421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13ACE54-7443-4F5F-9093-761B3F7CBAC3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2D27F4C-2E70-4CBD-9E44-F7C4CC3C59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673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Student </a:t>
            </a:r>
            <a:r>
              <a:rPr lang="en-US" dirty="0" err="1" smtClean="0"/>
              <a:t>Name:D.Jeevan</a:t>
            </a:r>
            <a:r>
              <a:rPr lang="en-US" dirty="0" smtClean="0"/>
              <a:t> Eshwar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https://internnova.co.in/</a:t>
            </a:r>
          </a:p>
        </p:txBody>
      </p:sp>
    </p:spTree>
    <p:extLst>
      <p:ext uri="{BB962C8B-B14F-4D97-AF65-F5344CB8AC3E}">
        <p14:creationId xmlns:p14="http://schemas.microsoft.com/office/powerpoint/2010/main" val="6111763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Week-6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err="1"/>
              <a:t>Git</a:t>
            </a:r>
            <a:r>
              <a:rPr lang="en-US" dirty="0"/>
              <a:t>, </a:t>
            </a:r>
            <a:r>
              <a:rPr lang="en-US" dirty="0" err="1"/>
              <a:t>GitHub</a:t>
            </a:r>
            <a:r>
              <a:rPr lang="en-US" dirty="0"/>
              <a:t> &amp; Final Project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64098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Git</a:t>
            </a:r>
            <a:r>
              <a:rPr lang="en-US" dirty="0" smtClean="0"/>
              <a:t> installation and version used</a:t>
            </a:r>
            <a:endParaRPr lang="en-US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144" y="1825625"/>
            <a:ext cx="7735712" cy="4351338"/>
          </a:xfrm>
        </p:spPr>
      </p:pic>
    </p:spTree>
    <p:extLst>
      <p:ext uri="{BB962C8B-B14F-4D97-AF65-F5344CB8AC3E}">
        <p14:creationId xmlns:p14="http://schemas.microsoft.com/office/powerpoint/2010/main" val="27020781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GitHub</a:t>
            </a:r>
            <a:r>
              <a:rPr lang="en-US" dirty="0" smtClean="0"/>
              <a:t> account creation</a:t>
            </a:r>
            <a:endParaRPr lang="en-US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144" y="1825625"/>
            <a:ext cx="7735712" cy="4351338"/>
          </a:xfrm>
        </p:spPr>
      </p:pic>
    </p:spTree>
    <p:extLst>
      <p:ext uri="{BB962C8B-B14F-4D97-AF65-F5344CB8AC3E}">
        <p14:creationId xmlns:p14="http://schemas.microsoft.com/office/powerpoint/2010/main" val="33523332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GitHub</a:t>
            </a:r>
            <a:r>
              <a:rPr lang="en-US" dirty="0" smtClean="0"/>
              <a:t> Profile:</a:t>
            </a:r>
            <a:endParaRPr lang="en-US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144" y="1825625"/>
            <a:ext cx="7735712" cy="4351338"/>
          </a:xfrm>
        </p:spPr>
      </p:pic>
    </p:spTree>
    <p:extLst>
      <p:ext uri="{BB962C8B-B14F-4D97-AF65-F5344CB8AC3E}">
        <p14:creationId xmlns:p14="http://schemas.microsoft.com/office/powerpoint/2010/main" val="20982967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Local </a:t>
            </a:r>
            <a:r>
              <a:rPr lang="en-US" dirty="0" err="1" smtClean="0"/>
              <a:t>git</a:t>
            </a:r>
            <a:r>
              <a:rPr lang="en-US" dirty="0" smtClean="0"/>
              <a:t> repository initialization</a:t>
            </a:r>
            <a:endParaRPr lang="en-US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144" y="1825625"/>
            <a:ext cx="7735712" cy="4351338"/>
          </a:xfrm>
        </p:spPr>
      </p:pic>
    </p:spTree>
    <p:extLst>
      <p:ext uri="{BB962C8B-B14F-4D97-AF65-F5344CB8AC3E}">
        <p14:creationId xmlns:p14="http://schemas.microsoft.com/office/powerpoint/2010/main" val="40645270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Source code:</a:t>
            </a:r>
            <a:endParaRPr lang="en-US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144" y="1825625"/>
            <a:ext cx="7735712" cy="4351338"/>
          </a:xfrm>
        </p:spPr>
      </p:pic>
    </p:spTree>
    <p:extLst>
      <p:ext uri="{BB962C8B-B14F-4D97-AF65-F5344CB8AC3E}">
        <p14:creationId xmlns:p14="http://schemas.microsoft.com/office/powerpoint/2010/main" val="22910212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Adding project file to </a:t>
            </a:r>
            <a:r>
              <a:rPr lang="en-US" dirty="0" err="1" smtClean="0"/>
              <a:t>Git</a:t>
            </a:r>
            <a:r>
              <a:rPr lang="en-US" dirty="0" smtClean="0"/>
              <a:t> to track and </a:t>
            </a:r>
            <a:r>
              <a:rPr lang="en-US" dirty="0" err="1" smtClean="0"/>
              <a:t>commited</a:t>
            </a:r>
            <a:r>
              <a:rPr lang="en-US" dirty="0" smtClean="0"/>
              <a:t> the changes(</a:t>
            </a:r>
            <a:r>
              <a:rPr lang="en-US" dirty="0" err="1" smtClean="0"/>
              <a:t>git</a:t>
            </a:r>
            <a:r>
              <a:rPr lang="en-US" dirty="0" smtClean="0"/>
              <a:t> add command)</a:t>
            </a:r>
            <a:endParaRPr lang="en-US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28144" y="1825625"/>
            <a:ext cx="7735712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44400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README.md File</a:t>
            </a:r>
            <a:endParaRPr lang="en-US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144" y="1825625"/>
            <a:ext cx="7735712" cy="4351338"/>
          </a:xfrm>
        </p:spPr>
      </p:pic>
    </p:spTree>
    <p:extLst>
      <p:ext uri="{BB962C8B-B14F-4D97-AF65-F5344CB8AC3E}">
        <p14:creationId xmlns:p14="http://schemas.microsoft.com/office/powerpoint/2010/main" val="36157593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Added README.md to </a:t>
            </a:r>
            <a:r>
              <a:rPr lang="en-US" dirty="0" err="1" smtClean="0"/>
              <a:t>Git</a:t>
            </a:r>
            <a:r>
              <a:rPr lang="en-US" dirty="0" smtClean="0"/>
              <a:t> repo</a:t>
            </a:r>
            <a:endParaRPr lang="en-US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144" y="1825625"/>
            <a:ext cx="7735712" cy="4351338"/>
          </a:xfrm>
        </p:spPr>
      </p:pic>
    </p:spTree>
    <p:extLst>
      <p:ext uri="{BB962C8B-B14F-4D97-AF65-F5344CB8AC3E}">
        <p14:creationId xmlns:p14="http://schemas.microsoft.com/office/powerpoint/2010/main" val="27661684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Creation of </a:t>
            </a:r>
            <a:r>
              <a:rPr lang="en-US" dirty="0" err="1" smtClean="0"/>
              <a:t>GitHub</a:t>
            </a:r>
            <a:r>
              <a:rPr lang="en-US" dirty="0" smtClean="0"/>
              <a:t> repository </a:t>
            </a:r>
            <a:endParaRPr lang="en-US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144" y="1825625"/>
            <a:ext cx="7735712" cy="4351338"/>
          </a:xfrm>
        </p:spPr>
      </p:pic>
    </p:spTree>
    <p:extLst>
      <p:ext uri="{BB962C8B-B14F-4D97-AF65-F5344CB8AC3E}">
        <p14:creationId xmlns:p14="http://schemas.microsoft.com/office/powerpoint/2010/main" val="1263738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1,2.Adding and Viewing </a:t>
            </a:r>
            <a:r>
              <a:rPr lang="en-US" dirty="0" smtClean="0"/>
              <a:t>Expenses</a:t>
            </a:r>
            <a:endParaRPr lang="en-US" dirty="0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144" y="1825625"/>
            <a:ext cx="7735712" cy="4351338"/>
          </a:xfrm>
        </p:spPr>
      </p:pic>
    </p:spTree>
    <p:extLst>
      <p:ext uri="{BB962C8B-B14F-4D97-AF65-F5344CB8AC3E}">
        <p14:creationId xmlns:p14="http://schemas.microsoft.com/office/powerpoint/2010/main" val="26900342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3.Searching Expenses</a:t>
            </a:r>
            <a:endParaRPr lang="en-US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144" y="1825625"/>
            <a:ext cx="7735712" cy="4351338"/>
          </a:xfrm>
        </p:spPr>
      </p:pic>
    </p:spTree>
    <p:extLst>
      <p:ext uri="{BB962C8B-B14F-4D97-AF65-F5344CB8AC3E}">
        <p14:creationId xmlns:p14="http://schemas.microsoft.com/office/powerpoint/2010/main" val="30486551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4.Deleting Expenses</a:t>
            </a:r>
            <a:endParaRPr lang="en-US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144" y="1825625"/>
            <a:ext cx="7735712" cy="4351338"/>
          </a:xfrm>
        </p:spPr>
      </p:pic>
    </p:spTree>
    <p:extLst>
      <p:ext uri="{BB962C8B-B14F-4D97-AF65-F5344CB8AC3E}">
        <p14:creationId xmlns:p14="http://schemas.microsoft.com/office/powerpoint/2010/main" val="16722989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5,6.Setting and Viewing Monthly Budget</a:t>
            </a:r>
            <a:endParaRPr lang="en-US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144" y="1825625"/>
            <a:ext cx="7735712" cy="4351338"/>
          </a:xfrm>
        </p:spPr>
      </p:pic>
    </p:spTree>
    <p:extLst>
      <p:ext uri="{BB962C8B-B14F-4D97-AF65-F5344CB8AC3E}">
        <p14:creationId xmlns:p14="http://schemas.microsoft.com/office/powerpoint/2010/main" val="42771899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7.Report to CSV</a:t>
            </a:r>
            <a:endParaRPr lang="en-US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144" y="1825625"/>
            <a:ext cx="7735712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55361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8.Generating CSV </a:t>
            </a:r>
            <a:endParaRPr lang="en-US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144" y="1825625"/>
            <a:ext cx="7735712" cy="4351338"/>
          </a:xfrm>
        </p:spPr>
      </p:pic>
    </p:spTree>
    <p:extLst>
      <p:ext uri="{BB962C8B-B14F-4D97-AF65-F5344CB8AC3E}">
        <p14:creationId xmlns:p14="http://schemas.microsoft.com/office/powerpoint/2010/main" val="6084716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CSV Report</a:t>
            </a:r>
            <a:endParaRPr lang="en-US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144" y="1825625"/>
            <a:ext cx="7735712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90915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Added all files to </a:t>
            </a:r>
            <a:r>
              <a:rPr lang="en-US" dirty="0" err="1" smtClean="0"/>
              <a:t>GitHub</a:t>
            </a:r>
            <a:r>
              <a:rPr lang="en-US" dirty="0" smtClean="0"/>
              <a:t> repo(</a:t>
            </a:r>
            <a:r>
              <a:rPr lang="en-US" dirty="0" err="1" smtClean="0"/>
              <a:t>git</a:t>
            </a:r>
            <a:r>
              <a:rPr lang="en-US" dirty="0" smtClean="0"/>
              <a:t> push command)</a:t>
            </a:r>
            <a:endParaRPr lang="en-US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144" y="1825625"/>
            <a:ext cx="7735712" cy="4351338"/>
          </a:xfrm>
        </p:spPr>
      </p:pic>
    </p:spTree>
    <p:extLst>
      <p:ext uri="{BB962C8B-B14F-4D97-AF65-F5344CB8AC3E}">
        <p14:creationId xmlns:p14="http://schemas.microsoft.com/office/powerpoint/2010/main" val="185534586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Finally pushing all code to </a:t>
            </a:r>
            <a:r>
              <a:rPr lang="en-US" dirty="0" err="1" smtClean="0"/>
              <a:t>GitHub</a:t>
            </a:r>
            <a:endParaRPr lang="en-US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144" y="1825625"/>
            <a:ext cx="7735712" cy="4351338"/>
          </a:xfrm>
        </p:spPr>
      </p:pic>
    </p:spTree>
    <p:extLst>
      <p:ext uri="{BB962C8B-B14F-4D97-AF65-F5344CB8AC3E}">
        <p14:creationId xmlns:p14="http://schemas.microsoft.com/office/powerpoint/2010/main" val="7454637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125</TotalTime>
  <Words>92</Words>
  <Application>Microsoft Office PowerPoint</Application>
  <PresentationFormat>Widescreen</PresentationFormat>
  <Paragraphs>22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Arial</vt:lpstr>
      <vt:lpstr>Calibri</vt:lpstr>
      <vt:lpstr>Calibri Light</vt:lpstr>
      <vt:lpstr>Office Theme</vt:lpstr>
      <vt:lpstr>Student Name:D.Jeevan Eshwar</vt:lpstr>
      <vt:lpstr>Week-6</vt:lpstr>
      <vt:lpstr>Git installation and version used</vt:lpstr>
      <vt:lpstr>GitHub account creation</vt:lpstr>
      <vt:lpstr>GitHub Profile:</vt:lpstr>
      <vt:lpstr>Local git repository initialization</vt:lpstr>
      <vt:lpstr>Source code:</vt:lpstr>
      <vt:lpstr>Adding project file to Git to track and commited the changes(git add command)</vt:lpstr>
      <vt:lpstr>README.md File</vt:lpstr>
      <vt:lpstr>Added README.md to Git repo</vt:lpstr>
      <vt:lpstr>Creation of GitHub repository </vt:lpstr>
      <vt:lpstr>1,2.Adding and Viewing Expenses</vt:lpstr>
      <vt:lpstr>3.Searching Expenses</vt:lpstr>
      <vt:lpstr>4.Deleting Expenses</vt:lpstr>
      <vt:lpstr>5,6.Setting and Viewing Monthly Budget</vt:lpstr>
      <vt:lpstr>7.Report to CSV</vt:lpstr>
      <vt:lpstr>8.Generating CSV </vt:lpstr>
      <vt:lpstr>CSV Report</vt:lpstr>
      <vt:lpstr>Added all files to GitHub repo(git push command)</vt:lpstr>
      <vt:lpstr>Finally pushing all code to GitHub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Week-6</dc:title>
  <dc:creator>Monohara Eshwar</dc:creator>
  <cp:lastModifiedBy>Monohara Eshwar</cp:lastModifiedBy>
  <cp:revision>9</cp:revision>
  <dcterms:created xsi:type="dcterms:W3CDTF">2026-10-18T16:12:45Z</dcterms:created>
  <dcterms:modified xsi:type="dcterms:W3CDTF">2026-10-19T15:30:49Z</dcterms:modified>
</cp:coreProperties>
</file>